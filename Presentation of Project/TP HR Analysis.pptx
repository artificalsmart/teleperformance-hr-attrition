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4" r:id="rId2"/>
    <p:sldId id="256" r:id="rId3"/>
    <p:sldId id="257" r:id="rId4"/>
    <p:sldId id="258" r:id="rId5"/>
    <p:sldId id="259" r:id="rId6"/>
    <p:sldId id="267" r:id="rId7"/>
    <p:sldId id="268" r:id="rId8"/>
    <p:sldId id="260" r:id="rId9"/>
    <p:sldId id="262" r:id="rId10"/>
    <p:sldId id="261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4:46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6:33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22 24575,'1'-1'0,"-1"0"0,1 0 0,-1 1 0,0-1 0,1 0 0,0 0 0,-1 0 0,1 0 0,0 1 0,-1-1 0,1 0 0,0 1 0,0-1 0,-1 1 0,1-1 0,0 0 0,0 1 0,0 0 0,0-1 0,0 1 0,0 0 0,0-1 0,0 1 0,0 0 0,0 0 0,1 0 0,32-5 0,-30 4 0,36 1 0,0 0 0,-1 3 0,1 1 0,69 18 0,-80-16 0,-13-3 0,0 2 0,0 0 0,-1 0 0,0 2 0,0 0 0,0 1 0,-1 0 0,0 1 0,-1 1 0,0 0 0,-1 0 0,13 14 0,-11-8 0,0 1 0,-1 0 0,-1 1 0,-1 0 0,0 1 0,-1 0 0,-1 1 0,11 38 0,-10-20 0,-2-1 0,-2 1 0,2 45 0,-6 115 0,-3-131 0,1-65 0,0 6 0,0 0 0,-1 0 0,0 0 0,0 0 0,-4 14 0,4-20 0,0 1 0,0-1 0,0 1 0,-1-1 0,1 0 0,-1 0 0,1 0 0,-1 0 0,0 0 0,0 0 0,1 0 0,-2-1 0,1 1 0,0 0 0,0-1 0,0 0 0,-1 0 0,1 0 0,0 0 0,-1 0 0,1 0 0,-1 0 0,-5 0 0,-23 3 0,0-2 0,-1-1 0,1-1 0,-1-2 0,-49-9 0,27 0 0,1-2 0,-75-30 0,112 37 0,1-1 0,0 0 0,0-1 0,1-1 0,0 0 0,0-1 0,1-1 0,1 0 0,-17-19 0,20 20 0,2 0 0,-1-1 0,2 0 0,-1-1 0,2 1 0,-1-1 0,2 0 0,-1-1 0,2 1 0,0-1 0,0 0 0,-1-23 0,5-192 0,1 214 11,0 0 0,1 0 0,1 0 0,0 1 0,0 0 0,2-1-1,-1 2 1,2-1 0,0 1 0,9-13 0,-4 8-223,1 1 0,1 0 0,1 1-1,0 0 1,1 1 0,17-12 0,-6 9-6614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6:36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13 724 24575,'-1'-2'0,"-1"1"0,1-1 0,0 1 0,0-1 0,0 1 0,0-1 0,1 0 0,-1 1 0,0-1 0,1 0 0,-1 0 0,1 0 0,-1 1 0,1-1 0,0 0 0,0 0 0,0 0 0,0 0 0,0 1 0,0-1 0,0 0 0,1 0 0,-1 0 0,1 0 0,-1 1 0,1-1 0,0 0 0,0 1 0,0-1 0,1-2 0,4-6 0,1 1 0,0 0 0,15-15 0,-16 17 0,52-50 0,85-65 0,-89 80 0,-3-2 0,90-99 0,-108 100-95,-12 15-223,1 0 1,2 1-1,34-29 1,-34 38-6509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6:37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24575,'-9'0'0,"2"5"0,15 10 0,21 7 0,14 5 0,4-2 0,4-6 0,-2-6 0,-1-5 0,-8 5 0,-11 6 0,-10 7 0,-14 10 0,-11 3 0,-6 4 0,-4 3 0,0-5-8191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6:39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412 45 24575,'4'-4'0,"1"-1"0,0 1 0,-1 1 0,1-1 0,0 1 0,1-1 0,-1 2 0,1-1 0,-1 0 0,1 1 0,0 0 0,0 1 0,0-1 0,0 1 0,0 0 0,0 1 0,0-1 0,0 1 0,1 0 0,-1 1 0,0 0 0,0 0 0,10 2 0,31 10 0,0 1 0,-1 3 0,77 38 0,-89-38 0,-26-14 0,57 26 0,-2 3 0,116 79 0,-174-107 0,1 0 0,-1 1 0,0 0 0,0 0 0,-1 1 0,1-1 0,-1 1 0,0 0 0,-1 0 0,0 0 0,0 1 0,0-1 0,0 1 0,-1 0 0,0-1 0,-1 1 0,0 0 0,0 0 0,0 13 0,-1-10 0,-1-1 0,-1 1 0,0 0 0,0 0 0,-1-1 0,0 0 0,-1 1 0,0-1 0,0-1 0,-1 1 0,0 0 0,0-1 0,-11 12 0,-2 0 0,-1-1 0,-1-1 0,-1-1 0,0 0 0,-1-2 0,-1 0 0,0-2 0,-1 0 0,0-2 0,-1-1 0,0 0 0,-40 8 0,14-6 0,0-2 0,-1-2 0,0-3 0,-56-1 0,9-3 0,-169-5 0,261 4 0,0-1 0,1 1 0,-1-2 0,1 1 0,-1-1 0,1 0 0,-1 0 0,1 0 0,0-1 0,0 0 0,0-1 0,1 1 0,-1-1 0,1 0 0,-8-8 0,7 6 0,0-1 0,1-1 0,0 1 0,0-1 0,1 0 0,0 0 0,0-1 0,1 1 0,0-1 0,-2-11 0,0-7 0,2 0 0,1 0 0,1 0 0,1 0 0,2 0 0,7-45 0,-4 40 0,-4 18 0,1 0 0,1 0 0,0 0 0,6-14 0,-7 24 0,0 0 0,0 0 0,1 0 0,-1 0 0,1 0 0,0 1 0,0-1 0,0 1 0,0-1 0,0 1 0,1 0 0,0 1 0,0-1 0,-1 1 0,1-1 0,8-2 0,20-8-109,117-45 352,-126 51-543,1 1 0,0 1 0,1 0 1,35 0-1,-24 4-6526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6:41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1036 24575,'4'-3'0,"1"0"0,-1-1 0,0 0 0,0 0 0,-1 0 0,1 0 0,-1 0 0,0-1 0,0 1 0,-1-1 0,1 0 0,-1 0 0,0 0 0,0 0 0,-1-1 0,2-8 0,5-8 0,27-66 0,4 2 0,4 2 0,4 1 0,3 3 0,3 2 0,4 3 0,70-72 0,-96 112 0,67-67 0,-92 96 0,-3 4 0,1-1 0,-1 0 0,0 0 0,-1 0 0,1 0 0,0-1 0,3-5 0,-6 8 0,0 1 0,0-1 0,0 1 0,1-1 0,-1 1 0,0-1 0,0 1 0,0-1 0,0 1 0,0-1 0,0 1 0,0-1 0,-1 1 0,1-1 0,0 1 0,0-1 0,0 1 0,0-1 0,-1 1 0,1-1 0,0 1 0,0-1 0,-1 1 0,1 0 0,0-1 0,-1 0 0,-1 0 0,0 0 0,0 0 0,0 0 0,0 0 0,0 0 0,0 0 0,0 1 0,0-1 0,0 0 0,-3 1 0,-37-6 0,0 2 0,0 2 0,-1 1 0,1 3 0,-65 10 0,107-12 0,-1 0 0,0 0 0,0 0 0,0 0 0,0 0 0,0 0 0,0 0 0,1 0 0,-1 0 0,0 1 0,0-1 0,0 0 0,0 1 0,1-1 0,-1 0 0,0 1 0,0-1 0,1 1 0,-1-1 0,0 1 0,1 0 0,-1-1 0,0 2 0,23 4 0,58 1 0,83-4 0,-96-4 0,0 2 0,117 20 0,-175-19 15,0 0 0,-1 0 0,1 1 0,-1 0 0,0 0 0,1 1 0,13 9 0,-19-10-93,0-1 0,0 1 0,0 0-1,0 0 1,0 1 0,-1-1 0,1 1 0,-1-1 0,0 1-1,0 0 1,0-1 0,-1 1 0,1 0 0,-1 0 0,0 0-1,0 0 1,-1 1 0,1 5 0,0 15-6748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6:43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10 24575,'188'-9'0,"-180"8"0,-1 1 0,1 1 0,0 0 0,0 0 0,-1 0 0,1 1 0,0 0 0,-1 0 0,0 1 0,1 0 0,-1 0 0,0 1 0,-1 0 0,1 0 0,8 8 0,6 5 0,0 2 0,34 40 0,-16-14 0,-17-22 0,-1 1 0,-1 1 0,28 45 0,-47-68 0,0 1 0,0-1 0,0 0 0,0 1 0,0-1 0,-1 1 0,1-1 0,-1 1 0,0 0 0,1-1 0,-1 1 0,0-1 0,-1 1 0,1 0 0,0-1 0,-1 1 0,1-1 0,-1 1 0,0-1 0,0 1 0,0-1 0,0 0 0,0 1 0,-1-1 0,1 0 0,-1 0 0,1 0 0,-1 0 0,0 0 0,0 0 0,1-1 0,-5 4 0,-6 3 0,-1 0 0,1-1 0,-1 0 0,-23 8 0,26-11 0,-47 21 0,-2-3 0,-1-3 0,0-2 0,-1-3 0,-1-3 0,0-3 0,-79 2 0,116-10 0,13 1 0,-1-1 0,1 0 0,0-1 0,-23-4 0,32 4 0,0 0 0,1 0 0,-1 0 0,1 0 0,-1 0 0,1-1 0,-1 1 0,1-1 0,0 1 0,0-1 0,-1 0 0,1 0 0,0 0 0,1 0 0,-1 0 0,0 0 0,1-1 0,-1 1 0,1-1 0,0 1 0,0-1 0,0 1 0,0-1 0,0 0 0,0 1 0,0-6 0,0-5 0,0 0 0,1-1 0,1 1 0,0 0 0,1-1 0,0 1 0,1 0 0,0 0 0,1 0 0,1 1 0,0 0 0,11-20 0,-8 18 0,0 1 0,1 0 0,0 1 0,1 0 0,1 0 0,0 1 0,0 0 0,1 1 0,1 0 0,21-12 0,3 3 0,2 2 0,0 1 0,0 2 0,73-15 0,-40 16 0,140-7 0,-199 19-89,85 2 310,-90-1-388,1 1 1,-1 0 0,1 1-1,-1 0 1,0 1 0,0-1 0,0 1-1,15 9 1,-1 5-6660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2:26:46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0 184 24575,'1'-2'0,"0"-1"0,-1 1 0,1 0 0,0 0 0,0 0 0,0-1 0,1 1 0,-1 0 0,0 1 0,1-1 0,-1 0 0,1 0 0,0 1 0,0-1 0,3-2 0,35-24 0,-34 24 0,11-5 0,1 1 0,-1 1 0,2 0 0,-1 1 0,0 1 0,37-4 0,-20 2 0,286-49 0,-297 54 0,0 1 0,0 1 0,0 1 0,0 1 0,0 2 0,0 0 0,-1 1 0,45 17 0,7 9 0,91 52 0,-99-48 0,-2-3 0,-30-16 0,-2 1 0,0 2 0,54 39 0,-81-52 0,1 1 0,-1 0 0,-1 0 0,1 0 0,-1 0 0,-1 1 0,1 0 0,-1 0 0,0 0 0,-1 1 0,0-1 0,0 1 0,-1 0 0,0 0 0,-1 0 0,0 0 0,0 0 0,-1 0 0,0 0 0,-1 0 0,0 0 0,0 0 0,-1 0 0,-4 13 0,3-12 0,0 0 0,-1-1 0,0 1 0,0-1 0,-1 0 0,0 0 0,-1 0 0,0-1 0,0 0 0,-1 0 0,0-1 0,0 1 0,-1-2 0,0 1 0,0-1 0,-1 0 0,0-1 0,0 0 0,0 0 0,0-1 0,-14 5 0,-16-2 0,0-2 0,0-2 0,-1-1 0,-68-6 0,25 1 0,38 3 0,-93-6 0,120 3 0,0 0 0,0-1 0,0-1 0,0 0 0,-27-14 0,1-2 0,-111-59 0,137 70 0,2-2 0,-1 0 0,1 0 0,1-2 0,1 0 0,-19-22 0,27 28 14,1 0-1,0-1 0,0 0 0,1 1 1,0-1-1,1-1 0,0 1 1,-3-19-1,3 7-508,1-1 0,1-41 0,3 37-6331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D15BC-AE12-471F-B0D8-9EF1CE6533F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F5A75-3AC5-43CD-9D84-923592DF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F5A75-3AC5-43CD-9D84-923592DF88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56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16BE-B4A3-00CB-ADF8-7DB61B1F2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DBEA4-5095-7A9D-0E3E-EBC767C2B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285D5-BA78-9CA3-5076-C776EC3A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BE2F6-68B3-4EBC-A82B-33A59706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0BF7B-EDAF-CF54-2FF1-8722FF53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5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26516-EF39-2C6C-369D-2482F738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0BED-88D5-589E-820C-99EC50E6B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86F69-A365-EAD4-2487-91381CAB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9D124-1F28-3266-FCD9-BB0900B1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69DC-E67E-45BA-02A6-9E69C323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5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D58D-D35C-4C6D-624B-D9E66EDD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5927-B1AC-729C-8040-0F54B2DCF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E8E42-52DB-DB86-15C8-C87A0D70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4A216-BCBA-9F59-CC6C-9754B3D7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26383-6BFC-7633-C5F2-E9CE2DC6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95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F8AD-E978-F2DA-EFEC-FBEB171B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063D5-CF76-C220-700D-BB86310D3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00E7D-D24B-902B-F0DD-F0BF5B388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0EFB7-5A64-07B0-3253-D8BDD5E1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4F6D3-48D9-525A-2581-58CB5913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5BB72-B56E-0DF9-656C-A671CEBB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06F1-1A53-4FD1-9F0A-B15EEFF4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79EC5-BC72-174E-6D5A-489D26E13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0BB32-1ACC-F71D-E915-76E183D7D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D3DA3-4F15-46E1-BEDF-239D74B0B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62725-4621-4625-4EC6-14CAE87FD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A53CC8-81BA-88DB-109E-A70D83A9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BEC5AD-98DD-B955-56F2-5ADDB71C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A0706-999B-4DA4-E340-87ABE20E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9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933A-4F1C-2346-18B2-CE467D3D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905FE-E07F-655A-A63B-B596BFA8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C18FA-F6CD-A645-D97E-C8CE26BB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EA1DE-633F-7A3D-FDF4-0D7D4554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0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D0E7C-4F69-3ACD-39E1-5703BE08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56802-D381-96AA-1C2C-4FEFEC28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8D8DE-EEE1-CB38-0E3B-BBFC6068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7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AB878-595D-702B-BEB4-4F911897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68B87-5A09-E7FF-6F70-3B960A3B7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63B67-8355-472F-C2D1-22C09BD14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99CE0-6EBE-76DC-6EE7-1F65CF6A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BF5B3-0933-0134-AA14-63E59A51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72EE8-DD75-6295-A25E-42B237FE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1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BA58-5179-BD69-97BE-4D5B1CED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9F593-4087-177E-4A6A-3D5291D26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0C115-0A68-E741-0023-1E7F86941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C2270-0345-02F0-BA9E-EC94C6F3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EE077-B5CD-C1EF-51BD-CCE0C249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BAA3F-5EA6-BB03-3B27-41350859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54767-AE2B-2308-446D-8943DBEC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91384-F958-4672-12A9-284567E6D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7C5F1-5B65-AEF3-C2A8-68BD3EDFA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8A92D-D5DD-283B-C0B9-334FCA5F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5C235-5D0B-773F-158D-42C2FE66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5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A2354-2F05-E1DB-4DBA-86AE51D1A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395D7-D04B-82D8-5634-4DE600BF6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1CB0-1A5F-A6EC-0649-45A91B1A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3D8E2-6ACE-0824-3ECD-A6A46F8A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035FB-34CE-4D32-8D86-B47835D8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8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A4A9B-6987-E05F-8C6B-4D19590F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53419-303E-AA4A-C787-B4F2E66AA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687FC-1635-F6B1-4C0A-EC630433E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18A8-E8B7-4094-AABE-84467A90AB3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B1037-D840-403E-A42F-CA2915869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E5152-673E-86FB-F533-0EFD7C7B5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AFB84-DFF6-41C3-A2AD-1B7229687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6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ssemmohamed331@gmail.com" TargetMode="External"/><Relationship Id="rId2" Type="http://schemas.openxmlformats.org/officeDocument/2006/relationships/hyperlink" Target="tel:01229510364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inkedin.com/in/mohamed-assem-671934363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6.xml"/><Relationship Id="rId18" Type="http://schemas.openxmlformats.org/officeDocument/2006/relationships/image" Target="../media/image110.png"/><Relationship Id="rId3" Type="http://schemas.openxmlformats.org/officeDocument/2006/relationships/image" Target="../media/image30.png"/><Relationship Id="rId7" Type="http://schemas.openxmlformats.org/officeDocument/2006/relationships/customXml" Target="../ink/ink3.xml"/><Relationship Id="rId12" Type="http://schemas.openxmlformats.org/officeDocument/2006/relationships/image" Target="../media/image80.png"/><Relationship Id="rId17" Type="http://schemas.openxmlformats.org/officeDocument/2006/relationships/customXml" Target="../ink/ink8.xml"/><Relationship Id="rId2" Type="http://schemas.openxmlformats.org/officeDocument/2006/relationships/customXml" Target="../ink/ink1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0.png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11/relationships/webextension" Target="../webextensions/webextension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E5D976-5605-F315-37A0-1C0CF2DBEFBA}"/>
              </a:ext>
            </a:extLst>
          </p:cNvPr>
          <p:cNvSpPr txBox="1"/>
          <p:nvPr/>
        </p:nvSpPr>
        <p:spPr>
          <a:xfrm>
            <a:off x="2636196" y="1147864"/>
            <a:ext cx="7217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Mohamed Assem presentation</a:t>
            </a:r>
          </a:p>
          <a:p>
            <a:pPr algn="ctr"/>
            <a:r>
              <a:rPr lang="en-US" dirty="0"/>
              <a:t>HR Attrition Project </a:t>
            </a:r>
          </a:p>
          <a:p>
            <a:pPr algn="ctr"/>
            <a:r>
              <a:rPr lang="en-US" dirty="0">
                <a:hlinkClick r:id="rId2"/>
              </a:rPr>
              <a:t>Tel:01229510364</a:t>
            </a:r>
            <a:endParaRPr lang="en-US" dirty="0"/>
          </a:p>
          <a:p>
            <a:pPr algn="ctr"/>
            <a:r>
              <a:rPr lang="en-US" dirty="0"/>
              <a:t>Email: </a:t>
            </a:r>
            <a:r>
              <a:rPr lang="en-US" dirty="0">
                <a:hlinkClick r:id="rId3"/>
              </a:rPr>
              <a:t>assemmohamed331@gmail.com</a:t>
            </a:r>
            <a:endParaRPr lang="en-US" dirty="0"/>
          </a:p>
          <a:p>
            <a:pPr algn="ctr"/>
            <a:r>
              <a:rPr lang="en-US" dirty="0"/>
              <a:t>LinkedIn: </a:t>
            </a:r>
            <a:r>
              <a:rPr lang="en-US" dirty="0">
                <a:hlinkClick r:id="rId4"/>
              </a:rPr>
              <a:t>https://www.linkedin.com/in/mohamed-assem-671934363/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72ABE-0788-FA59-DA84-4638D8C111CE}"/>
              </a:ext>
            </a:extLst>
          </p:cNvPr>
          <p:cNvSpPr txBox="1"/>
          <p:nvPr/>
        </p:nvSpPr>
        <p:spPr>
          <a:xfrm>
            <a:off x="3103123" y="3297677"/>
            <a:ext cx="64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First:- we design our dashboard to optimize visualize and reduce time loading .</a:t>
            </a:r>
          </a:p>
          <a:p>
            <a:endParaRPr lang="en-US" dirty="0"/>
          </a:p>
          <a:p>
            <a:r>
              <a:rPr lang="en-US" dirty="0"/>
              <a:t>Second :- we share our dashboard as embedded in power point </a:t>
            </a:r>
          </a:p>
          <a:p>
            <a:r>
              <a:rPr lang="en-US" dirty="0"/>
              <a:t>You can navigate between page by buttons on name of page.</a:t>
            </a:r>
          </a:p>
          <a:p>
            <a:endParaRPr lang="en-US" dirty="0"/>
          </a:p>
          <a:p>
            <a:r>
              <a:rPr lang="en-US" dirty="0"/>
              <a:t>Third:- we show the detection of outliers </a:t>
            </a:r>
          </a:p>
          <a:p>
            <a:endParaRPr lang="en-US" dirty="0"/>
          </a:p>
          <a:p>
            <a:r>
              <a:rPr lang="en-US" dirty="0"/>
              <a:t>Fourth:- talk about data modeling and star schema </a:t>
            </a:r>
          </a:p>
          <a:p>
            <a:endParaRPr lang="en-US" dirty="0"/>
          </a:p>
          <a:p>
            <a:r>
              <a:rPr lang="en-US" dirty="0"/>
              <a:t>Fifth:</a:t>
            </a:r>
            <a:r>
              <a:rPr lang="ar-EG" dirty="0"/>
              <a:t>-</a:t>
            </a:r>
            <a:r>
              <a:rPr lang="en-US" dirty="0"/>
              <a:t> check the .doc  for storytelling and take a best decision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91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7D1C66-F2C7-4F0A-475D-4CF4E93C2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934497"/>
            <a:ext cx="10326541" cy="577632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C92C93-4508-184D-33C9-7A070CBCC972}"/>
              </a:ext>
            </a:extLst>
          </p:cNvPr>
          <p:cNvSpPr/>
          <p:nvPr/>
        </p:nvSpPr>
        <p:spPr>
          <a:xfrm>
            <a:off x="2073310" y="95460"/>
            <a:ext cx="7737231" cy="74357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EA496-F8AA-1B46-AE17-9BAFD641BA8E}"/>
              </a:ext>
            </a:extLst>
          </p:cNvPr>
          <p:cNvSpPr txBox="1"/>
          <p:nvPr/>
        </p:nvSpPr>
        <p:spPr>
          <a:xfrm>
            <a:off x="3689971" y="147180"/>
            <a:ext cx="4289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3579324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C7E23-7739-38E4-09FA-9216EB53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972766"/>
            <a:ext cx="11707859" cy="584284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7D5672-A9CA-645D-2F05-79EC3E4F2A1D}"/>
              </a:ext>
            </a:extLst>
          </p:cNvPr>
          <p:cNvSpPr/>
          <p:nvPr/>
        </p:nvSpPr>
        <p:spPr>
          <a:xfrm>
            <a:off x="2315183" y="0"/>
            <a:ext cx="7431932" cy="76848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DDCE2-272C-1EFB-080F-F27EB1F35E0C}"/>
              </a:ext>
            </a:extLst>
          </p:cNvPr>
          <p:cNvSpPr txBox="1"/>
          <p:nvPr/>
        </p:nvSpPr>
        <p:spPr>
          <a:xfrm>
            <a:off x="3433863" y="153409"/>
            <a:ext cx="6031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Demographical and Job Factors</a:t>
            </a:r>
          </a:p>
        </p:txBody>
      </p:sp>
    </p:spTree>
    <p:extLst>
      <p:ext uri="{BB962C8B-B14F-4D97-AF65-F5344CB8AC3E}">
        <p14:creationId xmlns:p14="http://schemas.microsoft.com/office/powerpoint/2010/main" val="184997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DE7B3C-336C-ED09-4D86-980510F45868}"/>
              </a:ext>
            </a:extLst>
          </p:cNvPr>
          <p:cNvSpPr/>
          <p:nvPr/>
        </p:nvSpPr>
        <p:spPr>
          <a:xfrm>
            <a:off x="2178995" y="145915"/>
            <a:ext cx="7431932" cy="76848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Tenure Factor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94B31-90D0-2017-876A-B59202409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112" y="1085221"/>
            <a:ext cx="12423112" cy="569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6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A6EAF-E830-EF54-3367-051134EF6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062"/>
            <a:ext cx="12192000" cy="59568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5D0A5B-C9B9-24CC-827D-066FD9D3A5C9}"/>
              </a:ext>
            </a:extLst>
          </p:cNvPr>
          <p:cNvSpPr/>
          <p:nvPr/>
        </p:nvSpPr>
        <p:spPr>
          <a:xfrm>
            <a:off x="2178995" y="145915"/>
            <a:ext cx="7431932" cy="60771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HR Attrition Root cause </a:t>
            </a:r>
          </a:p>
        </p:txBody>
      </p:sp>
    </p:spTree>
    <p:extLst>
      <p:ext uri="{BB962C8B-B14F-4D97-AF65-F5344CB8AC3E}">
        <p14:creationId xmlns:p14="http://schemas.microsoft.com/office/powerpoint/2010/main" val="4251632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CE8B0E-6B44-6B35-356B-1D6F4B710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436" y="1123303"/>
            <a:ext cx="6468378" cy="5630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7B8B2-F5CC-8956-3F2E-B2FA1894D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8987"/>
            <a:ext cx="6658904" cy="574437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71EFE0-4FA4-D201-2716-10AC03121526}"/>
              </a:ext>
            </a:extLst>
          </p:cNvPr>
          <p:cNvSpPr/>
          <p:nvPr/>
        </p:nvSpPr>
        <p:spPr>
          <a:xfrm>
            <a:off x="2178995" y="145915"/>
            <a:ext cx="7431932" cy="60771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Build filter by bookmarks</a:t>
            </a:r>
          </a:p>
        </p:txBody>
      </p:sp>
    </p:spTree>
    <p:extLst>
      <p:ext uri="{BB962C8B-B14F-4D97-AF65-F5344CB8AC3E}">
        <p14:creationId xmlns:p14="http://schemas.microsoft.com/office/powerpoint/2010/main" val="2313059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5AFAFF-93E2-2FEC-DFB4-EA62EA1CC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5" y="1406769"/>
            <a:ext cx="2537114" cy="5320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2457AA-49FA-EC93-C599-E691AE5EA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89" y="1406769"/>
            <a:ext cx="2362990" cy="5428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2719D0-8D6D-06D9-14D4-BA40EDA03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1275" y="1406769"/>
            <a:ext cx="2394997" cy="542862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F895E-D18E-DAFC-9C08-56FE460015CE}"/>
              </a:ext>
            </a:extLst>
          </p:cNvPr>
          <p:cNvSpPr/>
          <p:nvPr/>
        </p:nvSpPr>
        <p:spPr>
          <a:xfrm>
            <a:off x="2178995" y="145915"/>
            <a:ext cx="7431932" cy="60771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Organize selection pane for team work</a:t>
            </a:r>
          </a:p>
        </p:txBody>
      </p:sp>
    </p:spTree>
    <p:extLst>
      <p:ext uri="{BB962C8B-B14F-4D97-AF65-F5344CB8AC3E}">
        <p14:creationId xmlns:p14="http://schemas.microsoft.com/office/powerpoint/2010/main" val="17896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77A77B-1FB5-DEDF-A058-A01B63937B5C}"/>
              </a:ext>
            </a:extLst>
          </p:cNvPr>
          <p:cNvSpPr/>
          <p:nvPr/>
        </p:nvSpPr>
        <p:spPr>
          <a:xfrm>
            <a:off x="2178995" y="145915"/>
            <a:ext cx="7431932" cy="60771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Tool TIP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B231F-6AD4-FD9A-420A-DE0881183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99" y="836256"/>
            <a:ext cx="5817507" cy="58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3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E2ED34-7451-10CD-2981-DC7D469C5B05}"/>
              </a:ext>
            </a:extLst>
          </p:cNvPr>
          <p:cNvSpPr/>
          <p:nvPr/>
        </p:nvSpPr>
        <p:spPr>
          <a:xfrm>
            <a:off x="1809345" y="194553"/>
            <a:ext cx="8463064" cy="110895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DD390-CA04-3C61-4EED-A600221CEDB5}"/>
              </a:ext>
            </a:extLst>
          </p:cNvPr>
          <p:cNvSpPr txBox="1"/>
          <p:nvPr/>
        </p:nvSpPr>
        <p:spPr>
          <a:xfrm>
            <a:off x="3278221" y="515566"/>
            <a:ext cx="552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Outliers detection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617FA7-1002-9BD0-D984-D82E21443D3B}"/>
                  </a:ext>
                </a:extLst>
              </p14:cNvPr>
              <p14:cNvContentPartPr/>
              <p14:nvPr/>
            </p14:nvContentPartPr>
            <p14:xfrm>
              <a:off x="8482044" y="278196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617FA7-1002-9BD0-D984-D82E21443D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75924" y="2775845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32AA7E3-B9E2-E17F-4ED0-5BEC81736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99" y="1899896"/>
            <a:ext cx="7751227" cy="48870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8EE3EF-405D-CA15-4305-70562130F9E9}"/>
              </a:ext>
            </a:extLst>
          </p:cNvPr>
          <p:cNvSpPr txBox="1"/>
          <p:nvPr/>
        </p:nvSpPr>
        <p:spPr>
          <a:xfrm>
            <a:off x="389106" y="1459149"/>
            <a:ext cx="570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</a:t>
            </a:r>
            <a:r>
              <a:rPr lang="en-US" dirty="0" err="1"/>
              <a:t>efficiance</a:t>
            </a:r>
            <a:r>
              <a:rPr lang="en-US" dirty="0"/>
              <a:t> way to detect outliers is use Box Plot and also scatter plot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B7DBDA-379F-B9CE-73F2-4DEC5DADA6FC}"/>
              </a:ext>
            </a:extLst>
          </p:cNvPr>
          <p:cNvGrpSpPr/>
          <p:nvPr/>
        </p:nvGrpSpPr>
        <p:grpSpPr>
          <a:xfrm>
            <a:off x="6740004" y="2607005"/>
            <a:ext cx="478080" cy="508680"/>
            <a:chOff x="6740004" y="2607005"/>
            <a:chExt cx="47808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8A4CBB1-1BE6-9A37-2824-1CD9D3098CD2}"/>
                    </a:ext>
                  </a:extLst>
                </p14:cNvPr>
                <p14:cNvContentPartPr/>
                <p14:nvPr/>
              </p14:nvContentPartPr>
              <p14:xfrm>
                <a:off x="6740004" y="2783765"/>
                <a:ext cx="273960" cy="33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8A4CBB1-1BE6-9A37-2824-1CD9D3098C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33884" y="2777645"/>
                  <a:ext cx="2862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AA92EE-FFFC-4B16-51C8-356F97CEF1B5}"/>
                    </a:ext>
                  </a:extLst>
                </p14:cNvPr>
                <p14:cNvContentPartPr/>
                <p14:nvPr/>
              </p14:nvContentPartPr>
              <p14:xfrm>
                <a:off x="6921444" y="2628245"/>
                <a:ext cx="247320" cy="260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AA92EE-FFFC-4B16-51C8-356F97CEF1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15324" y="2622125"/>
                  <a:ext cx="2595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5F18A0-D2E9-0C77-0D80-7078851ABA8E}"/>
                    </a:ext>
                  </a:extLst>
                </p14:cNvPr>
                <p14:cNvContentPartPr/>
                <p14:nvPr/>
              </p14:nvContentPartPr>
              <p14:xfrm>
                <a:off x="7084884" y="2607005"/>
                <a:ext cx="133200" cy="143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5F18A0-D2E9-0C77-0D80-7078851ABA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78764" y="2600885"/>
                  <a:ext cx="1454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D42DC8-561A-1582-3CED-AB820F79B43A}"/>
              </a:ext>
            </a:extLst>
          </p:cNvPr>
          <p:cNvGrpSpPr/>
          <p:nvPr/>
        </p:nvGrpSpPr>
        <p:grpSpPr>
          <a:xfrm>
            <a:off x="5221164" y="2943965"/>
            <a:ext cx="648720" cy="666360"/>
            <a:chOff x="5221164" y="2943965"/>
            <a:chExt cx="64872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D7873B-A4D9-624F-FB4D-C02F7C27E27B}"/>
                    </a:ext>
                  </a:extLst>
                </p14:cNvPr>
                <p14:cNvContentPartPr/>
                <p14:nvPr/>
              </p14:nvContentPartPr>
              <p14:xfrm>
                <a:off x="5221164" y="3320165"/>
                <a:ext cx="444600" cy="29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D7873B-A4D9-624F-FB4D-C02F7C27E2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15044" y="3314045"/>
                  <a:ext cx="4568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0B95B23-1FF3-B9B9-DEBA-98DD00DFDE99}"/>
                    </a:ext>
                  </a:extLst>
                </p14:cNvPr>
                <p14:cNvContentPartPr/>
                <p14:nvPr/>
              </p14:nvContentPartPr>
              <p14:xfrm>
                <a:off x="5505204" y="2943965"/>
                <a:ext cx="364680" cy="373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0B95B23-1FF3-B9B9-DEBA-98DD00DFDE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99084" y="2937845"/>
                  <a:ext cx="376920" cy="38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3E9D650-C573-BD30-09DC-145A43E1C974}"/>
                  </a:ext>
                </a:extLst>
              </p14:cNvPr>
              <p14:cNvContentPartPr/>
              <p14:nvPr/>
            </p14:nvContentPartPr>
            <p14:xfrm>
              <a:off x="1913484" y="3780245"/>
              <a:ext cx="342360" cy="209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3E9D650-C573-BD30-09DC-145A43E1C97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07364" y="3774125"/>
                <a:ext cx="3546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B3E67F7-EE5A-76A4-BC4D-6E54F7F4559A}"/>
                  </a:ext>
                </a:extLst>
              </p14:cNvPr>
              <p14:cNvContentPartPr/>
              <p14:nvPr/>
            </p14:nvContentPartPr>
            <p14:xfrm>
              <a:off x="1809084" y="2997605"/>
              <a:ext cx="531720" cy="264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B3E67F7-EE5A-76A4-BC4D-6E54F7F455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02964" y="2991485"/>
                <a:ext cx="543960" cy="27648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1660790-53A9-9A48-02F9-67E80429685A}"/>
              </a:ext>
            </a:extLst>
          </p:cNvPr>
          <p:cNvSpPr txBox="1"/>
          <p:nvPr/>
        </p:nvSpPr>
        <p:spPr>
          <a:xfrm>
            <a:off x="7714034" y="2315183"/>
            <a:ext cx="42719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executive : </a:t>
            </a:r>
            <a:r>
              <a:rPr lang="en-US" dirty="0">
                <a:solidFill>
                  <a:srgbClr val="00B050"/>
                </a:solidFill>
              </a:rPr>
              <a:t>2257315</a:t>
            </a:r>
            <a:r>
              <a:rPr lang="en-US" dirty="0"/>
              <a:t>$ </a:t>
            </a:r>
          </a:p>
          <a:p>
            <a:endParaRPr lang="en-US" dirty="0"/>
          </a:p>
          <a:p>
            <a:r>
              <a:rPr lang="en-US" dirty="0"/>
              <a:t>Next </a:t>
            </a:r>
          </a:p>
          <a:p>
            <a:endParaRPr lang="en-US" dirty="0"/>
          </a:p>
          <a:p>
            <a:r>
              <a:rPr lang="en-US" dirty="0"/>
              <a:t>Managers : </a:t>
            </a:r>
            <a:r>
              <a:rPr lang="en-US" dirty="0">
                <a:solidFill>
                  <a:srgbClr val="00B050"/>
                </a:solidFill>
              </a:rPr>
              <a:t>1752531</a:t>
            </a:r>
            <a:r>
              <a:rPr lang="en-US" dirty="0"/>
              <a:t>$</a:t>
            </a:r>
          </a:p>
          <a:p>
            <a:endParaRPr lang="en-US" dirty="0"/>
          </a:p>
          <a:p>
            <a:r>
              <a:rPr lang="en-US" dirty="0"/>
              <a:t>They can defect on average if we will let them with us we should we’ll focus on median salary not average </a:t>
            </a:r>
          </a:p>
        </p:txBody>
      </p:sp>
    </p:spTree>
    <p:extLst>
      <p:ext uri="{BB962C8B-B14F-4D97-AF65-F5344CB8AC3E}">
        <p14:creationId xmlns:p14="http://schemas.microsoft.com/office/powerpoint/2010/main" val="3717342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6431D3-EC1D-DB14-04F6-5A06AB38B87B}"/>
              </a:ext>
            </a:extLst>
          </p:cNvPr>
          <p:cNvSpPr/>
          <p:nvPr/>
        </p:nvSpPr>
        <p:spPr>
          <a:xfrm>
            <a:off x="1556426" y="0"/>
            <a:ext cx="8521429" cy="7684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4145E-DF8D-0093-9829-836E67C5FFB8}"/>
              </a:ext>
            </a:extLst>
          </p:cNvPr>
          <p:cNvSpPr txBox="1"/>
          <p:nvPr/>
        </p:nvSpPr>
        <p:spPr>
          <a:xfrm>
            <a:off x="1780162" y="122153"/>
            <a:ext cx="806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 connection of dashboard  you can use buttons to navigate between pages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2A10AAB3-7818-CA9D-9597-DCACCCDE8E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2A10AAB3-7818-CA9D-9597-DCACCCDE8E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 6">
                <a:extLst>
                  <a:ext uri="{FF2B5EF4-FFF2-40B4-BE49-F238E27FC236}">
                    <a16:creationId xmlns:a16="http://schemas.microsoft.com/office/drawing/2014/main" id="{1B638338-5170-0FD6-98FE-4C0690C47B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4158311"/>
                  </p:ext>
                </p:extLst>
              </p:nvPr>
            </p:nvGraphicFramePr>
            <p:xfrm>
              <a:off x="107005" y="613637"/>
              <a:ext cx="11906656" cy="594280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7" name="Add-in 6">
                <a:extLst>
                  <a:ext uri="{FF2B5EF4-FFF2-40B4-BE49-F238E27FC236}">
                    <a16:creationId xmlns:a16="http://schemas.microsoft.com/office/drawing/2014/main" id="{1B638338-5170-0FD6-98FE-4C0690C47B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005" y="613637"/>
                <a:ext cx="11906656" cy="59428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409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2E847F-DC9D-7E08-7D12-4531E32615EB}"/>
              </a:ext>
            </a:extLst>
          </p:cNvPr>
          <p:cNvSpPr/>
          <p:nvPr/>
        </p:nvSpPr>
        <p:spPr>
          <a:xfrm>
            <a:off x="2723745" y="97276"/>
            <a:ext cx="6673174" cy="108949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9413A-69BE-1141-D4A5-6EAE771C0AAA}"/>
              </a:ext>
            </a:extLst>
          </p:cNvPr>
          <p:cNvSpPr txBox="1"/>
          <p:nvPr/>
        </p:nvSpPr>
        <p:spPr>
          <a:xfrm>
            <a:off x="3482502" y="389106"/>
            <a:ext cx="4805464" cy="37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modeling and star schema </a:t>
            </a:r>
          </a:p>
        </p:txBody>
      </p:sp>
      <p:pic>
        <p:nvPicPr>
          <p:cNvPr id="5" name="Picture 4" descr="A star with text boxes and a yellow star&#10;&#10;AI-generated content may be incorrect.">
            <a:extLst>
              <a:ext uri="{FF2B5EF4-FFF2-40B4-BE49-F238E27FC236}">
                <a16:creationId xmlns:a16="http://schemas.microsoft.com/office/drawing/2014/main" id="{C223820E-BA2B-1A13-699C-87B0A0F85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18" y="1399313"/>
            <a:ext cx="7724064" cy="5273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37DC55-F662-241A-F9CB-F5FB4DFB9F78}"/>
              </a:ext>
            </a:extLst>
          </p:cNvPr>
          <p:cNvSpPr txBox="1"/>
          <p:nvPr/>
        </p:nvSpPr>
        <p:spPr>
          <a:xfrm>
            <a:off x="8443609" y="1566153"/>
            <a:ext cx="36381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about </a:t>
            </a:r>
            <a:r>
              <a:rPr lang="en-US" dirty="0">
                <a:solidFill>
                  <a:srgbClr val="FF0000"/>
                </a:solidFill>
              </a:rPr>
              <a:t>star schema</a:t>
            </a:r>
            <a:r>
              <a:rPr lang="en-US" dirty="0"/>
              <a:t> you give me HR as one department I don’t have many sheets </a:t>
            </a:r>
          </a:p>
          <a:p>
            <a:r>
              <a:rPr lang="en-US" dirty="0"/>
              <a:t>To made a </a:t>
            </a:r>
            <a:r>
              <a:rPr lang="en-US" dirty="0">
                <a:solidFill>
                  <a:srgbClr val="FF0000"/>
                </a:solidFill>
              </a:rPr>
              <a:t>fact tables 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dimension tables</a:t>
            </a:r>
            <a:r>
              <a:rPr lang="en-US" dirty="0"/>
              <a:t> for each department </a:t>
            </a:r>
          </a:p>
          <a:p>
            <a:r>
              <a:rPr lang="en-US" dirty="0"/>
              <a:t>And we don’t have </a:t>
            </a:r>
            <a:r>
              <a:rPr lang="en-US" dirty="0">
                <a:solidFill>
                  <a:srgbClr val="FF0000"/>
                </a:solidFill>
              </a:rPr>
              <a:t>primary keys 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Foreign Keys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61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4F522A-1E43-7B46-FE21-2B5E83EEFA83}"/>
              </a:ext>
            </a:extLst>
          </p:cNvPr>
          <p:cNvSpPr/>
          <p:nvPr/>
        </p:nvSpPr>
        <p:spPr>
          <a:xfrm>
            <a:off x="74578" y="131322"/>
            <a:ext cx="12016903" cy="655644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BD3DF-DFD5-EFD1-1A3F-EB65F7BA8618}"/>
              </a:ext>
            </a:extLst>
          </p:cNvPr>
          <p:cNvSpPr txBox="1"/>
          <p:nvPr/>
        </p:nvSpPr>
        <p:spPr>
          <a:xfrm>
            <a:off x="3550594" y="2486213"/>
            <a:ext cx="4902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69B10-3053-BAED-3652-ABFC5293AAD3}"/>
              </a:ext>
            </a:extLst>
          </p:cNvPr>
          <p:cNvSpPr txBox="1"/>
          <p:nvPr/>
        </p:nvSpPr>
        <p:spPr>
          <a:xfrm>
            <a:off x="3550593" y="3591924"/>
            <a:ext cx="4902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Happy Day</a:t>
            </a:r>
          </a:p>
        </p:txBody>
      </p:sp>
    </p:spTree>
    <p:extLst>
      <p:ext uri="{BB962C8B-B14F-4D97-AF65-F5344CB8AC3E}">
        <p14:creationId xmlns:p14="http://schemas.microsoft.com/office/powerpoint/2010/main" val="500497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4994570F-B902-43A8-8B41-0D92D94575E6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7BC4F7E-8106-46C3-BF9F-2B28A48DA32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F388093-4DC8-4CC2-BF10-4FB03F443D74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7BC4F7E-8106-46C3-BF9F-2B28A48DA324&quot;"/>
    <we:property name="embedUrl" value="&quot;/reportEmbed?reportId=13b5d657-1f3b-4a17-865d-e503c0a75ae3&amp;config=eyJjbHVzdGVyVXJsIjoiaHR0cHM6Ly9XQUJJLVdFU1QtRVVST1BFLUYtUFJJTUFSWS1yZWRpcmVjdC5hbmFseXNpcy53aW5kb3dzLm5ldCIsImVtYmVkRmVhdHVyZXMiOnsidXNhZ2VNZXRyaWNzVk5leHQiOnRydWV9fQ%3D%3D&amp;disableSensitivityBanner=true&amp;storytellingChangeViewModeShortcutKeys=true&quot;"/>
    <we:property name="bookmark" value="&quot;H4sIAAAAAAAAA52SUWvDIBSF/8rwuQwTTTV73F7HKHT0Zezhqjedq40h2rKu9L/vmgwGYzAogajH43eucs/M+TQEOD3BHtkdu49xt4dxd9OwBetnDYDrTrfKgmtcteTc8Jp245B97BO7O7MM4xbzxqcDhAIi8eV1wSCEFWzLqoOQcMEGHFPsIfhPnM20lccDXhYMP4YQRyjIdYaMBXskO62phOpWUCLY7I+4RptnVckOeGeFRC1EDZWWU2FpNkyV/Wkp6Cn+IfYZfE8xRXNNS2bVCcuF4sY0sq6Knny/Dd8F/5x9Pg3lcdIb0EivYd4ptnAuF7qOFcpZo6CppNQcWjTCXMtqOmfoU42TIFqwyIW7llVbZXQtLQgu7VKhagW/lmW0qUzLnVaVqaQDqevmX5bfU0f8Zk24H4XtkfqpTOIhp4FuvIKe1i9nNoyRmih7nHzUNNA7dN/zsYyPPuM4B28gHErm1H1sinktvy/B4p9Z9QIAAA==&quot;"/>
    <we:property name="datasetId" value="&quot;590a3222-f11d-4c51-beb9-a6404da081bc&quot;"/>
    <we:property name="pageName" value="&quot;74fa0fc34e8332a18402&quot;"/>
    <we:property name="reportUrl" value="&quot;/links/t0jHR3ya5R?ctid=2bb6e5bc-c109-47fb-9433-c1c6f4fa33ff&amp;bookmarkGuid=b72df954-0d86-4a7c-b830-1faa12fc5e1d&quot;"/>
    <we:property name="reportName" value="&quot;HR Attrition for TP&quot;"/>
    <we:property name="reportState" value="&quot;CONNECTED&quot;"/>
    <we:property name="pageDisplayName" value="&quot;Home &quot;"/>
    <we:property name="backgroundColor" value="&quot;#FFFFFF&quot;"/>
    <we:property name="initialStateBookmark" value="&quot;H4sIAAAAAAAAA51S0UoDMRD8FclzkdwlZ+58U/GpaouKLyKySfZqNL0cl1TU0n93cy0URCiUQJKdTGY2YdbMuth7+L6DJbJzdhnCxxKGj5OKTVi3w2az6e3F/fT17uL2muDQJxe6yM7XLMGwwPTk4gp8ViDw+WXCwPs5LHLVgo84YT0OMXTg3Q9uyXSUhhVuJgy/eh8GyJIPCRJm2U+iU03exakgRzDJfeIDmrRFlWyBt0ZIrIUooaglL4kWt4Sxs38pWXq0vwpdAteRTcZs1RBZtcJwobjWlSyLjEfXLfyu4f3dx+8+/0p8A1rpN/Q72WadzYaeY4SyRiuoCilrDg1qoY/VqlqraajKShANGOTCHqtVGqXrUhoQXJozhaoR/FgtXetCN9zWqtCFtCDrsjqo5ZaUiL9ao9weYUukPOVNWKXY04vn0FH9vGb9EChEyeHIo9BAZ9Hu9kNeb1zCYWv8BH6VPcf0sdGEenHa44ELOZNsbOslT7+HceHzHgMAAA==&quot;"/>
    <we:property name="isFiltersActionButtonVisible" value="true"/>
    <we:property name="isVisualContainerHeaderHidden" value="false"/>
    <we:property name="reportEmbeddedTime" value="&quot;2025-10-07T15:16:11.264Z&quot;"/>
    <we:property name="creatorTenantId" value="&quot;2bb6e5bc-c109-47fb-9433-c1c6f4fa33ff&quot;"/>
    <we:property name="creatorUserId" value="&quot;1003200525A2E203&quot;"/>
    <we:property name="creatorSessionId" value="&quot;f4d3b87a-4d2e-4f40-b99e-0ba4c9e4315d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4030</TotalTime>
  <Words>227</Words>
  <Application>Microsoft Office PowerPoint</Application>
  <PresentationFormat>Widescreen</PresentationFormat>
  <Paragraphs>41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Eng/Mohamed Assem</dc:creator>
  <cp:lastModifiedBy>Mohamed assem</cp:lastModifiedBy>
  <cp:revision>12</cp:revision>
  <dcterms:created xsi:type="dcterms:W3CDTF">2025-10-04T18:16:12Z</dcterms:created>
  <dcterms:modified xsi:type="dcterms:W3CDTF">2025-10-07T15:19:52Z</dcterms:modified>
</cp:coreProperties>
</file>